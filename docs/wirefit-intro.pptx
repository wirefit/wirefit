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00200"/>
            <a:ext cx="3877056" cy="0"/>
          </a:xfrm>
          <a:prstGeom prst="line">
            <a:avLst/>
          </a:prstGeom>
          <a:noFill/>
          <a:ln w="25400">
            <a:solidFill>
              <a:srgbClr val="C96F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809744" y="1600200"/>
            <a:ext cx="3877056" cy="0"/>
          </a:xfrm>
          <a:prstGeom prst="line">
            <a:avLst/>
          </a:prstGeom>
          <a:noFill/>
          <a:ln w="25400">
            <a:solidFill>
              <a:srgbClr val="5563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334256" y="1481328"/>
            <a:ext cx="237744" cy="237744"/>
          </a:xfrm>
          <a:prstGeom prst="ellipse">
            <a:avLst/>
          </a:prstGeom>
          <a:solidFill>
            <a:srgbClr val="C96F3B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0" y="1481328"/>
            <a:ext cx="237744" cy="237744"/>
          </a:xfrm>
          <a:prstGeom prst="ellipse">
            <a:avLst/>
          </a:prstGeom>
          <a:solidFill>
            <a:srgbClr val="8C99A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745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4F1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wirefit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457200" y="27889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C9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DTOs are already the contract.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14400" y="3337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Polyglot contract checking — zero spec files, zero mock servers, git instead of a broker.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9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github.com/wirefit/wirefit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1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quiet way microservices break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compiler spans two repos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39319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3716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6F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Tuesday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664208"/>
            <a:ext cx="3474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order-service removes a field nobody on the team remembers anyone using.</a:t>
            </a:r>
            <a:endParaRPr lang="en-US" sz="1450" dirty="0"/>
          </a:p>
          <a:p>
            <a:pPr indent="0" marL="0">
              <a:buNone/>
            </a:pP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test is green. The PR merges. The deploy succeeds.</a:t>
            </a:r>
            <a:endParaRPr lang="en-US" sz="1450" dirty="0"/>
          </a:p>
          <a:p>
            <a:pPr indent="0" marL="0">
              <a:buNone/>
            </a:pP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web-app still reads it. Production finds out first.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754880" y="1234440"/>
            <a:ext cx="39319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83480" y="13716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31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contract testing stalls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983480" y="1810512"/>
            <a:ext cx="118872" cy="118872"/>
          </a:xfrm>
          <a:prstGeom prst="ellipse">
            <a:avLst/>
          </a:prstGeom>
          <a:solidFill>
            <a:srgbClr val="B23A3A"/>
          </a:solidFill>
          <a:ln/>
        </p:spPr>
      </p:sp>
      <p:sp>
        <p:nvSpPr>
          <p:cNvPr id="10" name="Text 8"/>
          <p:cNvSpPr/>
          <p:nvPr/>
        </p:nvSpPr>
        <p:spPr>
          <a:xfrm>
            <a:off x="5230368" y="170078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hand-written interaction tests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230368" y="194767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endpoint, per consumer, forever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983480" y="2523744"/>
            <a:ext cx="118872" cy="118872"/>
          </a:xfrm>
          <a:prstGeom prst="ellipse">
            <a:avLst/>
          </a:prstGeom>
          <a:solidFill>
            <a:srgbClr val="B23A3A"/>
          </a:solidFill>
          <a:ln/>
        </p:spPr>
      </p:sp>
      <p:sp>
        <p:nvSpPr>
          <p:cNvPr id="13" name="Text 11"/>
          <p:cNvSpPr/>
          <p:nvPr/>
        </p:nvSpPr>
        <p:spPr>
          <a:xfrm>
            <a:off x="5230368" y="24140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matchers, headers, provider states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230368" y="266090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test suite to maintain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983480" y="3236976"/>
            <a:ext cx="118872" cy="118872"/>
          </a:xfrm>
          <a:prstGeom prst="ellipse">
            <a:avLst/>
          </a:prstGeom>
          <a:solidFill>
            <a:srgbClr val="B23A3A"/>
          </a:solidFill>
          <a:ln/>
        </p:spPr>
      </p:sp>
      <p:sp>
        <p:nvSpPr>
          <p:cNvPr id="16" name="Text 14"/>
          <p:cNvSpPr/>
          <p:nvPr/>
        </p:nvSpPr>
        <p:spPr>
          <a:xfrm>
            <a:off x="5230368" y="31272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broker service to operate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230368" y="3374136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more thing that pages you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983480" y="38587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6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most teams ship with no contract checks at all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17720"/>
            <a:ext cx="8229600" cy="0"/>
          </a:xfrm>
          <a:prstGeom prst="line">
            <a:avLst/>
          </a:prstGeom>
          <a:noFill/>
          <a:ln w="19050">
            <a:solidFill>
              <a:srgbClr val="D8CFC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4572000"/>
            <a:ext cx="91440" cy="91440"/>
          </a:xfrm>
          <a:prstGeom prst="ellipse">
            <a:avLst/>
          </a:prstGeom>
          <a:solidFill>
            <a:srgbClr val="D8CFC0"/>
          </a:solidFill>
          <a:ln/>
        </p:spPr>
      </p:sp>
      <p:sp>
        <p:nvSpPr>
          <p:cNvPr id="21" name="Shape 19"/>
          <p:cNvSpPr/>
          <p:nvPr/>
        </p:nvSpPr>
        <p:spPr>
          <a:xfrm>
            <a:off x="8641080" y="4572000"/>
            <a:ext cx="91440" cy="91440"/>
          </a:xfrm>
          <a:prstGeom prst="ellipse">
            <a:avLst/>
          </a:prstGeom>
          <a:solidFill>
            <a:srgbClr val="D8CFC0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1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bet: the contract already exists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it from the code instead of writing it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24328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25880"/>
            <a:ext cx="2624328" cy="64008"/>
          </a:xfrm>
          <a:prstGeom prst="rect">
            <a:avLst/>
          </a:prstGeom>
          <a:solidFill>
            <a:srgbClr val="C96F3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1790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1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· extract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1847088"/>
            <a:ext cx="2286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DTOs are the contract.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DTOs are a machine-readable declaration of what is actually read.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054096" y="20574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319272" y="1325880"/>
            <a:ext cx="2624328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19272" y="1325880"/>
            <a:ext cx="2624328" cy="64008"/>
          </a:xfrm>
          <a:prstGeom prst="rect">
            <a:avLst/>
          </a:prstGeom>
          <a:solidFill>
            <a:srgbClr val="C96F3B"/>
          </a:solidFill>
          <a:ln/>
        </p:spPr>
      </p:sp>
      <p:sp>
        <p:nvSpPr>
          <p:cNvPr id="11" name="Text 9"/>
          <p:cNvSpPr/>
          <p:nvPr/>
        </p:nvSpPr>
        <p:spPr>
          <a:xfrm>
            <a:off x="3502152" y="151790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1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· normalize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02152" y="1847088"/>
            <a:ext cx="2286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language-neutral IR.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≠ nullability. Canonical scalars: a Java long is not a JS number.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916168" y="20574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1344" y="1325880"/>
            <a:ext cx="2624328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81344" y="1325880"/>
            <a:ext cx="2624328" cy="64008"/>
          </a:xfrm>
          <a:prstGeom prst="rect">
            <a:avLst/>
          </a:prstGeom>
          <a:solidFill>
            <a:srgbClr val="C96F3B"/>
          </a:solidFill>
          <a:ln/>
        </p:spPr>
      </p:sp>
      <p:sp>
        <p:nvSpPr>
          <p:cNvPr id="16" name="Text 14"/>
          <p:cNvSpPr/>
          <p:nvPr/>
        </p:nvSpPr>
        <p:spPr>
          <a:xfrm>
            <a:off x="6364224" y="151790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1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· diff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64224" y="1847088"/>
            <a:ext cx="2286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Direction-aware rules.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Widening breaks readers; narrowing breaks senders. Breaking = blocked merge.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611880"/>
            <a:ext cx="8229600" cy="960120"/>
          </a:xfrm>
          <a:prstGeom prst="rect">
            <a:avLst/>
          </a:prstGeom>
          <a:solidFill>
            <a:srgbClr val="22303C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703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consumers declare what they read:  </a:t>
            </a:r>
            <a:pPr indent="0" marL="0">
              <a:buNone/>
            </a:pPr>
            <a:r>
              <a:rPr lang="en-US" sz="1500" b="1" dirty="0">
                <a:solidFill>
                  <a:srgbClr val="E8B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a field nobody uses is NOT a breaking change.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31520" y="413308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cleanup that schema registries and OpenAPI diffs can never allow.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1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Onboarding is one file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build plugins · no spec files · no test code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937760" cy="3383280"/>
          </a:xfrm>
          <a:prstGeom prst="rect">
            <a:avLst/>
          </a:prstGeom>
          <a:solidFill>
            <a:srgbClr val="1E283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7160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A9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contracts.yaml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" y="1700784"/>
            <a:ext cx="44805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D8DE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service: order-service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D8DE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provides: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E8B9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id: orders.get-order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D8DE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kind: rest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D8DE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direction: response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9FD0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dto: com.acme.api.OrderResponse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D8DE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consumes: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E8B9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id: billing.invoice-created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D8DE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provider: billing-service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9FD0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dto: src/events/Invoice.ts#Invoice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760720" y="12801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96F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858000" y="144475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file per service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760720" y="199339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96F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858000" y="2157984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build-file changes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760720" y="270662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96F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&lt; 5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858000" y="287121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to a working gate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760720" y="3520440"/>
            <a:ext cx="2926080" cy="1143000"/>
          </a:xfrm>
          <a:prstGeom prst="rect">
            <a:avLst/>
          </a:prstGeom>
          <a:solidFill>
            <a:srgbClr val="EAE4D9"/>
          </a:solidFill>
          <a:ln/>
        </p:spPr>
      </p:sp>
      <p:sp>
        <p:nvSpPr>
          <p:cNvPr id="14" name="Text 12"/>
          <p:cNvSpPr/>
          <p:nvPr/>
        </p:nvSpPr>
        <p:spPr>
          <a:xfrm>
            <a:off x="5897880" y="361188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31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wirefit extract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Maven / Gradle / tsc / go / pydantic itself — the serializer's own machinery, never re-implemented.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1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Live: the merge gate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demo.sh — three consumers, one provider, three PRs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517904"/>
            <a:ext cx="164592" cy="164592"/>
          </a:xfrm>
          <a:prstGeom prst="ellipse">
            <a:avLst/>
          </a:prstGeom>
          <a:solidFill>
            <a:srgbClr val="B23A3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48132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3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011680" y="14813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customer_email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937760" y="1499616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field-removed · consumed by web-app, web-app-ts, web-app-zod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1901952"/>
            <a:ext cx="7772400" cy="0"/>
          </a:xfrm>
          <a:prstGeom prst="line">
            <a:avLst/>
          </a:prstGeom>
          <a:noFill/>
          <a:ln w="9525">
            <a:solidFill>
              <a:srgbClr val="ECE6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048256"/>
            <a:ext cx="164592" cy="164592"/>
          </a:xfrm>
          <a:prstGeom prst="ellipse">
            <a:avLst/>
          </a:prstGeom>
          <a:solidFill>
            <a:srgbClr val="C9952B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01168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95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WARNING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11680" y="2011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 reads Java long as number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937760" y="2029968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scalar-lossy · unsafe beyond 2^53 — nobody else tells you this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5800" y="2432304"/>
            <a:ext cx="7772400" cy="0"/>
          </a:xfrm>
          <a:prstGeom prst="line">
            <a:avLst/>
          </a:prstGeom>
          <a:noFill/>
          <a:ln w="9525">
            <a:solidFill>
              <a:srgbClr val="ECE6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2578608"/>
            <a:ext cx="164592" cy="164592"/>
          </a:xfrm>
          <a:prstGeom prst="ellipse">
            <a:avLst/>
          </a:prstGeom>
          <a:solidFill>
            <a:srgbClr val="C96F3B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254203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6F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ALLOWED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11680" y="25420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removal + recorded override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937760" y="25603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 + expiry mandatory, rendered in the PR comment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85800" y="2962656"/>
            <a:ext cx="7772400" cy="0"/>
          </a:xfrm>
          <a:prstGeom prst="line">
            <a:avLst/>
          </a:prstGeom>
          <a:noFill/>
          <a:ln w="9525">
            <a:solidFill>
              <a:srgbClr val="ECE6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3108960"/>
            <a:ext cx="164592" cy="164592"/>
          </a:xfrm>
          <a:prstGeom prst="ellipse">
            <a:avLst/>
          </a:prstGeom>
          <a:solidFill>
            <a:srgbClr val="3E7C4F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3072384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7C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011680" y="30723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coupon_code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937760" y="3090672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registered consumer reads it — safe cleanup, the payoff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931920"/>
            <a:ext cx="8229600" cy="713232"/>
          </a:xfrm>
          <a:prstGeom prst="rect">
            <a:avLst/>
          </a:prstGeom>
          <a:solidFill>
            <a:srgbClr val="22303C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931920"/>
            <a:ext cx="7680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breaking finding names its consumers.  </a:t>
            </a:r>
            <a:pPr indent="0" marL="0">
              <a:buNone/>
            </a:pPr>
            <a:r>
              <a:rPr lang="en-US" sz="1350" dirty="0">
                <a:solidFill>
                  <a:srgbClr val="9FB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explains itself, in the terminal and in the PR.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1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Live: what HEAD checks cannot see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demo-deploy.sh — main is not what's running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84048" cy="384048"/>
          </a:xfrm>
          <a:prstGeom prst="ellipse">
            <a:avLst/>
          </a:prstGeom>
          <a:solidFill>
            <a:srgbClr val="22303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1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94944" y="1783080"/>
            <a:ext cx="0" cy="329184"/>
          </a:xfrm>
          <a:prstGeom prst="line">
            <a:avLst/>
          </a:prstGeom>
          <a:noFill/>
          <a:ln w="19050">
            <a:solidFill>
              <a:srgbClr val="C9C2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13075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1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consumer migrates off the field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15727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merged · published · NOT yet deployed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121408"/>
            <a:ext cx="384048" cy="384048"/>
          </a:xfrm>
          <a:prstGeom prst="ellipse">
            <a:avLst/>
          </a:prstGeom>
          <a:solidFill>
            <a:srgbClr val="22303C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2121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1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94944" y="2532888"/>
            <a:ext cx="0" cy="329184"/>
          </a:xfrm>
          <a:prstGeom prst="line">
            <a:avLst/>
          </a:prstGeom>
          <a:noFill/>
          <a:ln w="19050">
            <a:solidFill>
              <a:srgbClr val="C9C2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0574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1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 removes the field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232257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E7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wirefit check: GREEN — correctly, vs main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2871216"/>
            <a:ext cx="384048" cy="384048"/>
          </a:xfrm>
          <a:prstGeom prst="ellipse">
            <a:avLst/>
          </a:prstGeom>
          <a:solidFill>
            <a:srgbClr val="C96F3B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871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1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94944" y="3282696"/>
            <a:ext cx="0" cy="329184"/>
          </a:xfrm>
          <a:prstGeom prst="line">
            <a:avLst/>
          </a:prstGeom>
          <a:noFill/>
          <a:ln w="19050">
            <a:solidFill>
              <a:srgbClr val="C9C2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280720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1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can-i-deploy --env production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307238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2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BLOCKED: prod still runs the old consumer — names the field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621024"/>
            <a:ext cx="384048" cy="384048"/>
          </a:xfrm>
          <a:prstGeom prst="ellipse">
            <a:avLst/>
          </a:prstGeom>
          <a:solidFill>
            <a:srgbClr val="22303C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621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1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97280" y="355701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1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consumer deploys · record-deploy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97280" y="38221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E7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unblocked · matrix all green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26480" y="1371600"/>
            <a:ext cx="2560320" cy="2834640"/>
          </a:xfrm>
          <a:prstGeom prst="rect">
            <a:avLst/>
          </a:prstGeom>
          <a:solidFill>
            <a:srgbClr val="EAE4D9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355080" y="15179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6F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lockfile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355080" y="1810512"/>
            <a:ext cx="2148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31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_envs/production.lock.json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record-deploy pins what runs where, by content hash.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can-i-deploy answers against reality, not against main.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no broker. The deployed-version matrix is files in a git repo.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1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same scenario — the Pact way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pact-examples/ · the order-service interaction, run live against a Pact Broker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93192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408176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31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Pact makes you run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13232" y="1847088"/>
            <a:ext cx="118872" cy="118872"/>
          </a:xfrm>
          <a:prstGeom prst="ellipse">
            <a:avLst/>
          </a:prstGeom>
          <a:solidFill>
            <a:srgbClr val="B23A3A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77393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consumer: mock server + matchers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0120" y="202082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web-app — a hand-written interaction test (JS)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13232" y="2560320"/>
            <a:ext cx="118872" cy="118872"/>
          </a:xfrm>
          <a:prstGeom prst="ellipse">
            <a:avLst/>
          </a:prstGeom>
          <a:solidFill>
            <a:srgbClr val="B23A3A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2487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provider: replay + state handlers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60120" y="273405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order-service — boots the service, one @State each (Java)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13232" y="3273552"/>
            <a:ext cx="118872" cy="118872"/>
          </a:xfrm>
          <a:prstGeom prst="ellipse">
            <a:avLst/>
          </a:prstGeom>
          <a:solidFill>
            <a:srgbClr val="B23A3A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2004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broker service to operate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60120" y="34472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192.168.1.191:9292 — publish, verify, query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54880" y="1280160"/>
            <a:ext cx="393192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983480" y="1408176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31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broker's answer — live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992624" y="1828800"/>
            <a:ext cx="128016" cy="128016"/>
          </a:xfrm>
          <a:prstGeom prst="ellipse">
            <a:avLst/>
          </a:prstGeom>
          <a:solidFill>
            <a:srgbClr val="3E7C4F"/>
          </a:solidFill>
          <a:ln/>
        </p:spPr>
      </p:sp>
      <p:sp>
        <p:nvSpPr>
          <p:cNvPr id="18" name="Text 16"/>
          <p:cNvSpPr/>
          <p:nvPr/>
        </p:nvSpPr>
        <p:spPr>
          <a:xfrm>
            <a:off x="5248656" y="177393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31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web-app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059168" y="1792224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— green on 1.0.0 &amp; 2.0.0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992624" y="2212848"/>
            <a:ext cx="128016" cy="128016"/>
          </a:xfrm>
          <a:prstGeom prst="ellipse">
            <a:avLst/>
          </a:prstGeom>
          <a:solidFill>
            <a:srgbClr val="B23A3A"/>
          </a:solidFill>
          <a:ln/>
        </p:spPr>
      </p:sp>
      <p:sp>
        <p:nvSpPr>
          <p:cNvPr id="21" name="Text 19"/>
          <p:cNvSpPr/>
          <p:nvPr/>
        </p:nvSpPr>
        <p:spPr>
          <a:xfrm>
            <a:off x="5248656" y="215798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31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mobile-app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059168" y="2176272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— 2.0.0 drops loyalty_tier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992624" y="2596896"/>
            <a:ext cx="128016" cy="128016"/>
          </a:xfrm>
          <a:prstGeom prst="ellipse">
            <a:avLst/>
          </a:prstGeom>
          <a:solidFill>
            <a:srgbClr val="C9952B"/>
          </a:solidFill>
          <a:ln/>
        </p:spPr>
      </p:sp>
      <p:sp>
        <p:nvSpPr>
          <p:cNvPr id="24" name="Text 22"/>
          <p:cNvSpPr/>
          <p:nvPr/>
        </p:nvSpPr>
        <p:spPr>
          <a:xfrm>
            <a:off x="5248656" y="25420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31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reporting-service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059168" y="256032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— never verified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983480" y="3035808"/>
            <a:ext cx="3474720" cy="0"/>
          </a:xfrm>
          <a:prstGeom prst="line">
            <a:avLst/>
          </a:prstGeom>
          <a:noFill/>
          <a:ln w="9525">
            <a:solidFill>
              <a:srgbClr val="ECE6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83480" y="310896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can-i-deploy order-service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20640" y="336499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31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2.0.0 → production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635240" y="3364992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23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120640" y="359359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31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2.0.0 → staging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635240" y="3593592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3E7C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120640" y="382219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31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1.0.0 → production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635240" y="3822192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3E7C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4160520"/>
            <a:ext cx="8229600" cy="713232"/>
          </a:xfrm>
          <a:prstGeom prst="rect">
            <a:avLst/>
          </a:prstGeom>
          <a:solidFill>
            <a:srgbClr val="22303C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4160520"/>
            <a:ext cx="7680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Pact reaches this with a broker you run, publish to, and verify against.  </a:t>
            </a:r>
            <a:pPr indent="0" marL="0">
              <a:buNone/>
            </a:pPr>
            <a:r>
              <a:rPr lang="en-US" sz="1250" dirty="0">
                <a:solidFill>
                  <a:srgbClr val="9FB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wirefit prints the same deploy matrix from a git repo (slide 6) — same answer, zero servers.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1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gate for every stack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logical type → byte-identical IR, enforced in CI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61872"/>
            <a:ext cx="400507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261872"/>
            <a:ext cx="64008" cy="804672"/>
          </a:xfrm>
          <a:prstGeom prst="rect">
            <a:avLst/>
          </a:prstGeom>
          <a:solidFill>
            <a:srgbClr val="C96F3B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35331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1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 / Kotlin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61848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Jackson introspection — naming strategies, @JsonIgnore, Optional, jakarta @Nonnull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81728" y="1261872"/>
            <a:ext cx="400507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81728" y="1261872"/>
            <a:ext cx="64008" cy="804672"/>
          </a:xfrm>
          <a:prstGeom prst="rect">
            <a:avLst/>
          </a:prstGeom>
          <a:solidFill>
            <a:srgbClr val="C96F3B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35331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1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TypeScript + Zod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10328" y="161848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compiler API · z.toJSONSchema — ?: vs | null kept distinct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231136"/>
            <a:ext cx="400507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231136"/>
            <a:ext cx="64008" cy="804672"/>
          </a:xfrm>
          <a:prstGeom prst="rect">
            <a:avLst/>
          </a:prstGeom>
          <a:solidFill>
            <a:srgbClr val="C96F3B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32257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1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258775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generated inside your module — internal/ packages just work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81728" y="2231136"/>
            <a:ext cx="400507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81728" y="2231136"/>
            <a:ext cx="64008" cy="804672"/>
          </a:xfrm>
          <a:prstGeom prst="rect">
            <a:avLst/>
          </a:prstGeom>
          <a:solidFill>
            <a:srgbClr val="C96F3B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232257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1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10328" y="258775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v2, external extractor on the frozen protocol v1 (~200 lines)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200400"/>
            <a:ext cx="400507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200400"/>
            <a:ext cx="64008" cy="804672"/>
          </a:xfrm>
          <a:prstGeom prst="rect">
            <a:avLst/>
          </a:prstGeom>
          <a:solidFill>
            <a:srgbClr val="C96F3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329184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1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proto3 · Avro · GraphQL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355701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files imported directly — the artifact IS the contract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81728" y="3200400"/>
            <a:ext cx="400507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81728" y="3200400"/>
            <a:ext cx="64008" cy="804672"/>
          </a:xfrm>
          <a:prstGeom prst="rect">
            <a:avLst/>
          </a:prstGeom>
          <a:solidFill>
            <a:srgbClr val="C96F3B"/>
          </a:solidFill>
          <a:ln/>
        </p:spPr>
      </p:sp>
      <p:sp>
        <p:nvSpPr>
          <p:cNvPr id="26" name="Text 24"/>
          <p:cNvSpPr/>
          <p:nvPr/>
        </p:nvSpPr>
        <p:spPr>
          <a:xfrm>
            <a:off x="4910328" y="329184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1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GraphQL queries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910328" y="355701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persisted operations = the consumer's exact field usage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4261104"/>
            <a:ext cx="8229600" cy="603504"/>
          </a:xfrm>
          <a:prstGeom prst="rect">
            <a:avLst/>
          </a:prstGeom>
          <a:solidFill>
            <a:srgbClr val="22303C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4261104"/>
            <a:ext cx="7680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14-case conformance corpus:  </a:t>
            </a:r>
            <a:pPr indent="0" marL="0">
              <a:buNone/>
            </a:pPr>
            <a:r>
              <a:rPr lang="en-US" sz="1250" dirty="0">
                <a:solidFill>
                  <a:srgbClr val="9FB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Java, TS, Go and Python produce hash-identical IR; the same kit certifies community extractors.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1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gate teams don't turn off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escape hatches that stay auditable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737360" cy="713232"/>
          </a:xfrm>
          <a:prstGeom prst="rect">
            <a:avLst/>
          </a:prstGeom>
          <a:solidFill>
            <a:srgbClr val="22303C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8016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1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overrides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423160" y="1280160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finding, one interaction — with mandatory justification and expiry (max 180 days). Stale or expired overrides fail the build. Rendered in the PR comment: exceptions are never silent.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185416"/>
            <a:ext cx="1737360" cy="713232"/>
          </a:xfrm>
          <a:prstGeom prst="rect">
            <a:avLst/>
          </a:prstGeom>
          <a:solidFill>
            <a:srgbClr val="22303C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185416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1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 policy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423160" y="2185416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policy.yaml in the contracts repo: reclassify any rule org-wide, or mark it overridable: false. Governed by that repo's own code review.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090672"/>
            <a:ext cx="1737360" cy="713232"/>
          </a:xfrm>
          <a:prstGeom prst="rect">
            <a:avLst/>
          </a:prstGeom>
          <a:solidFill>
            <a:srgbClr val="22303C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090672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1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mirror check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423160" y="3090672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dto + schema on one interaction must agree byte-for-byte. Drift between code and schema file is unoverridable — exit 1, field-level report.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995928"/>
            <a:ext cx="1737360" cy="713232"/>
          </a:xfrm>
          <a:prstGeom prst="rect">
            <a:avLst/>
          </a:prstGeom>
          <a:solidFill>
            <a:srgbClr val="22303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995928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1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never guess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423160" y="399592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any, tuples, uint64, open inheritance, non-null Avro unions… are loud, named errors — not silently wrong schemas.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1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hangs together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box is a file or a process you already run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48132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12064" y="15544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31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DTOs &amp; schemas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12064" y="20299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code, untouched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920240" y="1828800"/>
            <a:ext cx="260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6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144268" y="1417320"/>
            <a:ext cx="148132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199132" y="15544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31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extractors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199132" y="20299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language · protocol v1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607308" y="1828800"/>
            <a:ext cx="260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6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831336" y="1417320"/>
            <a:ext cx="148132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886200" y="15544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31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canonical IR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886200" y="20299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hashed · deterministic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294376" y="1828800"/>
            <a:ext cx="260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6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518404" y="1417320"/>
            <a:ext cx="148132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573268" y="15544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31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 engine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573268" y="20299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direction-aware rules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981444" y="1828800"/>
            <a:ext cx="260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6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05472" y="1417320"/>
            <a:ext cx="148132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260336" y="15544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31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contracts repo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260336" y="20299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git — the broker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2788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 feeds three gates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783080" y="3108960"/>
            <a:ext cx="0" cy="228600"/>
          </a:xfrm>
          <a:prstGeom prst="line">
            <a:avLst/>
          </a:prstGeom>
          <a:noFill/>
          <a:ln w="15875">
            <a:solidFill>
              <a:srgbClr val="C9C2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337560"/>
            <a:ext cx="2651760" cy="914400"/>
          </a:xfrm>
          <a:prstGeom prst="rect">
            <a:avLst/>
          </a:prstGeom>
          <a:solidFill>
            <a:srgbClr val="EAE4D9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94360" y="3456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6F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 / MR comment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94360" y="373075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— blocks breaking merges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0" y="3108960"/>
            <a:ext cx="0" cy="228600"/>
          </a:xfrm>
          <a:prstGeom prst="line">
            <a:avLst/>
          </a:prstGeom>
          <a:noFill/>
          <a:ln w="15875">
            <a:solidFill>
              <a:srgbClr val="C9C2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46120" y="3337560"/>
            <a:ext cx="2651760" cy="914400"/>
          </a:xfrm>
          <a:prstGeom prst="rect">
            <a:avLst/>
          </a:prstGeom>
          <a:solidFill>
            <a:srgbClr val="EAE4D9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383280" y="3456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6F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 gate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3383280" y="373075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can-i-deploy — blocks unsafe rollouts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360920" y="3108960"/>
            <a:ext cx="0" cy="228600"/>
          </a:xfrm>
          <a:prstGeom prst="line">
            <a:avLst/>
          </a:prstGeom>
          <a:noFill/>
          <a:ln w="15875">
            <a:solidFill>
              <a:srgbClr val="C9C2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35040" y="3337560"/>
            <a:ext cx="2651760" cy="914400"/>
          </a:xfrm>
          <a:prstGeom prst="rect">
            <a:avLst/>
          </a:prstGeom>
          <a:solidFill>
            <a:srgbClr val="EAE4D9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172200" y="3456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6F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matrix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172200" y="373075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 deployed compatibility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6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by contract: identical inputs produce byte-identical IR — on every machine, in every language.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19050">
            <a:solidFill>
              <a:srgbClr val="C96F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868680"/>
            <a:ext cx="91440" cy="91440"/>
          </a:xfrm>
          <a:prstGeom prst="ellipse">
            <a:avLst/>
          </a:prstGeom>
          <a:solidFill>
            <a:srgbClr val="C96F3B"/>
          </a:solidFill>
          <a:ln/>
        </p:spPr>
      </p:sp>
      <p:sp>
        <p:nvSpPr>
          <p:cNvPr id="4" name="Shape 2"/>
          <p:cNvSpPr/>
          <p:nvPr/>
        </p:nvSpPr>
        <p:spPr>
          <a:xfrm>
            <a:off x="8641080" y="868680"/>
            <a:ext cx="91440" cy="91440"/>
          </a:xfrm>
          <a:prstGeom prst="ellipse">
            <a:avLst/>
          </a:prstGeom>
          <a:solidFill>
            <a:srgbClr val="C96F3B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4F1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 is the broker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6F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min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FB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service: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FB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manifest, one CI include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429000" y="23774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6F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gates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29000" y="292608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FB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(vs main) and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FB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(vs production)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035040" y="23774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6F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 servers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35040" y="292608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FB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contracts, lockfiles, policy —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FB0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files in a git repo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886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8C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demos you just watched run in CI on every commit — the claims are executable.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36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github.com/wirefit/wirefit  ·  docs/USER-GUIDE.md  ·  Apache-2.0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wirefit — your DTOs are already the contract</dc:title>
  <dc:subject>PptxGenJS Presentation</dc:subject>
  <dc:creator>Dean Klopsch</dc:creator>
  <cp:lastModifiedBy>Dean Klopsch</cp:lastModifiedBy>
  <cp:revision>1</cp:revision>
  <dcterms:created xsi:type="dcterms:W3CDTF">2026-06-24T07:30:56Z</dcterms:created>
  <dcterms:modified xsi:type="dcterms:W3CDTF">2026-06-24T07:30:56Z</dcterms:modified>
</cp:coreProperties>
</file>